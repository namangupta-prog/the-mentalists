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SemiBold"/>
      <p:regular r:id="rId201315"/>
    </p:embeddedFont>
    <p:embeddedFont>
      <p:font typeface="Public Sans Bold"/>
      <p:regular r:id="rId201316"/>
    </p:embeddedFont>
    <p:embeddedFont>
      <p:font typeface="Sora SemiBold"/>
      <p:regular r:id="rId201317"/>
    </p:embeddedFont>
    <p:embeddedFont>
      <p:font typeface="Spline Sans Mono"/>
      <p:regular r:id="rId201318"/>
    </p:embeddedFont>
    <p:embeddedFont>
      <p:font typeface="Spline Sans Mon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fast-skill-proof-pro-base44.app/" TargetMode="External"/><Relationship Id="rId2" Type="http://schemas.openxmlformats.org/officeDocument/2006/relationships/hyperlink" Target="https://github.com/namangupta-prog/The-Mentalists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hyperlink" Target="https://github.com/namangupta-prog/The-Mentalists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fast-skill-proof-pro.base44.app/" TargetMode="External"/><Relationship Id="rId2" Type="http://schemas.openxmlformats.org/officeDocument/2006/relationships/hyperlink" Target="https://github.com/namangupta-prog/The-Mentalists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939800"/>
            <a:ext cx="711182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76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HACKATHON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61981" y="1386780"/>
            <a:ext cx="150710" cy="38100"/>
          </a:xfrm>
          <a:prstGeom prst="roundRect">
            <a:avLst>
              <a:gd name="adj" fmla="val 49999"/>
            </a:avLst>
          </a:prstGeom>
          <a:solidFill>
            <a:srgbClr val="F25F33"/>
          </a:solidFill>
          <a:ln/>
        </p:spPr>
      </p:sp>
      <p:sp>
        <p:nvSpPr>
          <p:cNvPr id="4" name="Text 2"/>
          <p:cNvSpPr/>
          <p:nvPr/>
        </p:nvSpPr>
        <p:spPr>
          <a:xfrm>
            <a:off x="761981" y="1979616"/>
            <a:ext cx="6502237" cy="82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400" spc="512" kern="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SKILLCHECK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61981" y="2993628"/>
            <a:ext cx="650223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Our hackathon project for making skilled work easier to record, share, and understand.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1981" y="3812342"/>
            <a:ext cx="711182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b="1" u="sng" spc="24" kern="100" dirty="0">
                <a:solidFill>
                  <a:srgbClr val="F25F33"/>
                </a:solidFill>
                <a:latin typeface="Spline Sans Mono Bold" pitchFamily="34" charset="0"/>
                <a:ea typeface="Spline Sans Mono Bold" pitchFamily="34" charset="-122"/>
                <a:cs typeface="Spline Sans Mon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website</a:t>
            </a:r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 · </a:t>
            </a:r>
            <a:pPr algn="l" indent="0" marL="0">
              <a:lnSpc>
                <a:spcPct val="113000"/>
              </a:lnSpc>
              <a:buNone/>
            </a:pPr>
            <a:r>
              <a:rPr lang="en-US" sz="1200" b="1" u="sng" spc="24" kern="100" dirty="0">
                <a:solidFill>
                  <a:srgbClr val="F25F33"/>
                </a:solidFill>
                <a:latin typeface="Spline Sans Mono Bold" pitchFamily="34" charset="0"/>
                <a:ea typeface="Spline Sans Mono Bold" pitchFamily="34" charset="-122"/>
                <a:cs typeface="Spline Sans Mono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7105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Skills are hard to prove before the work begins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07741"/>
            <a:ext cx="4317892" cy="2944316"/>
          </a:xfrm>
          <a:prstGeom prst="rect">
            <a:avLst/>
          </a:prstGeom>
          <a:solidFill>
            <a:srgbClr val="22262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75" y="1963341"/>
            <a:ext cx="40639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0575" y="2518966"/>
            <a:ext cx="35559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Past work is difficult to see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90575" y="3007916"/>
            <a:ext cx="3555911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skilled worker’s past work can be difficult for a new client or contractor to see before meeting them.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854" y="1836341"/>
            <a:ext cx="507987" cy="508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264218" y="1607741"/>
            <a:ext cx="4317892" cy="2944316"/>
          </a:xfrm>
          <a:prstGeom prst="rect">
            <a:avLst/>
          </a:prstGeom>
          <a:solidFill>
            <a:srgbClr val="22262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209" y="1963341"/>
            <a:ext cx="406390" cy="406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45209" y="2518966"/>
            <a:ext cx="355591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SKILLCHECK makes it portable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7645209" y="3312716"/>
            <a:ext cx="3555911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SKILLCHECK creates a portable, shareable record of completed jobs and client feedback.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1856642" y="6461125"/>
            <a:ext cx="33505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THE PRODUCT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7105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From completed job to portable proof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607741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Four simple actions turn finished work into a record someone else can understand.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174702"/>
            <a:ext cx="507987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831927"/>
            <a:ext cx="25145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Log work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09585" y="4320877"/>
            <a:ext cx="2514537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a job type, date, optional photo, and short description.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310" y="3022302"/>
            <a:ext cx="507987" cy="508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81310" y="3679527"/>
            <a:ext cx="228594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Confirm completion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3581310" y="4473277"/>
            <a:ext cx="2285943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client can confirm that the job was completed.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2" y="3174702"/>
            <a:ext cx="507987" cy="508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24442" y="3831927"/>
            <a:ext cx="22859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Share the record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6324442" y="4320877"/>
            <a:ext cx="2285943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Send a profile by QR code, SMS, WhatsApp, or short link.</a:t>
            </a:r>
            <a:endParaRPr lang="en-US" sz="16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573" y="3022302"/>
            <a:ext cx="507987" cy="508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67573" y="3679527"/>
            <a:ext cx="251453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Capture trust signals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9067573" y="4473277"/>
            <a:ext cx="2514537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Connect feedback and repeat-work records to specific jobs.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3346366" y="2130921"/>
            <a:ext cx="12700" cy="4117479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18" name="Shape 12"/>
          <p:cNvSpPr/>
          <p:nvPr/>
        </p:nvSpPr>
        <p:spPr>
          <a:xfrm>
            <a:off x="6089498" y="2130921"/>
            <a:ext cx="12700" cy="4117479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19" name="Shape 13"/>
          <p:cNvSpPr/>
          <p:nvPr/>
        </p:nvSpPr>
        <p:spPr>
          <a:xfrm>
            <a:off x="8832629" y="2130921"/>
            <a:ext cx="12700" cy="4117479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20" name="Text 14"/>
          <p:cNvSpPr/>
          <p:nvPr/>
        </p:nvSpPr>
        <p:spPr>
          <a:xfrm>
            <a:off x="11853169" y="6461125"/>
            <a:ext cx="33852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HOW IT IS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7105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Built and hosted with Base44, versioned on GitHub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82701"/>
            <a:ext cx="2600954" cy="2167136"/>
          </a:xfrm>
          <a:prstGeom prst="rect">
            <a:avLst/>
          </a:prstGeom>
          <a:solidFill>
            <a:srgbClr val="22262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2736056"/>
            <a:ext cx="40639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80" y="3291681"/>
            <a:ext cx="21945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User</a:t>
            </a:r>
            <a:endParaRPr lang="en-US" sz="2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986" y="2912269"/>
            <a:ext cx="507987" cy="508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95321" y="2082701"/>
            <a:ext cx="2600954" cy="2167136"/>
          </a:xfrm>
          <a:prstGeom prst="rect">
            <a:avLst/>
          </a:prstGeom>
          <a:solidFill>
            <a:srgbClr val="22262C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516" y="2285901"/>
            <a:ext cx="406390" cy="406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98516" y="2841526"/>
            <a:ext cx="219456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SKILLCHECK website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4998516" y="3636228"/>
            <a:ext cx="219456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fast-skill-proof-pro.base44.app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981057" y="2082701"/>
            <a:ext cx="2601054" cy="2167136"/>
          </a:xfrm>
          <a:prstGeom prst="rect">
            <a:avLst/>
          </a:prstGeom>
          <a:solidFill>
            <a:srgbClr val="22262C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4251" y="2349401"/>
            <a:ext cx="406390" cy="406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84251" y="2905026"/>
            <a:ext cx="219466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Base44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9184251" y="3393976"/>
            <a:ext cx="219466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platform and live hosting layer.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09585" y="4478437"/>
            <a:ext cx="6400640" cy="1643955"/>
          </a:xfrm>
          <a:prstGeom prst="rect">
            <a:avLst/>
          </a:prstGeom>
          <a:solidFill>
            <a:srgbClr val="22262C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80" y="4630837"/>
            <a:ext cx="406390" cy="4064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2780" y="5186462"/>
            <a:ext cx="59942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GitHub supports the project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812780" y="5675412"/>
            <a:ext cx="619744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Version control and project documentation.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7314918" y="5198527"/>
            <a:ext cx="426719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b="1" u="sng" spc="24" kern="100" dirty="0">
                <a:solidFill>
                  <a:srgbClr val="F25F33"/>
                </a:solidFill>
                <a:latin typeface="Spline Sans Mono Bold" pitchFamily="34" charset="0"/>
                <a:ea typeface="Spline Sans Mono Bold" pitchFamily="34" charset="-122"/>
                <a:cs typeface="Spline Sans Mono Bold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The-Mentalists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11852772" y="6461125"/>
            <a:ext cx="33892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7105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spc="-34" kern="10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Meet Team SKILLCHECK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527" y="3231455"/>
            <a:ext cx="507987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6671" y="3968055"/>
            <a:ext cx="19658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Rudra Sawarkar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103583" y="4457005"/>
            <a:ext cx="158746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2392608200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289" y="3231455"/>
            <a:ext cx="507987" cy="50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079673" y="3968055"/>
            <a:ext cx="173727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Naman Gupta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3412345" y="4457005"/>
            <a:ext cx="158617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2392608159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755" y="3079055"/>
            <a:ext cx="507987" cy="508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27110" y="3815655"/>
            <a:ext cx="173737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Amrutanshu Satpathy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5606811" y="4609405"/>
            <a:ext cx="158627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2392608197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319" y="3079055"/>
            <a:ext cx="507987" cy="508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21674" y="3815655"/>
            <a:ext cx="173727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Sulaksh Parode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801375" y="4609405"/>
            <a:ext cx="158617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2392608177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5082" y="3231455"/>
            <a:ext cx="507987" cy="508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744724" y="3968055"/>
            <a:ext cx="196597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Harsh Sharma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10110138" y="4457005"/>
            <a:ext cx="147197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10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2392608201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2797700" y="1607741"/>
            <a:ext cx="12700" cy="4640659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20" name="Shape 13"/>
          <p:cNvSpPr/>
          <p:nvPr/>
        </p:nvSpPr>
        <p:spPr>
          <a:xfrm>
            <a:off x="4992166" y="1607741"/>
            <a:ext cx="12700" cy="4640659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21" name="Shape 14"/>
          <p:cNvSpPr/>
          <p:nvPr/>
        </p:nvSpPr>
        <p:spPr>
          <a:xfrm>
            <a:off x="7186730" y="1607741"/>
            <a:ext cx="12700" cy="4640659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22" name="Shape 15"/>
          <p:cNvSpPr/>
          <p:nvPr/>
        </p:nvSpPr>
        <p:spPr>
          <a:xfrm>
            <a:off x="9381196" y="1607741"/>
            <a:ext cx="12700" cy="4640659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23" name="Text 16"/>
          <p:cNvSpPr/>
          <p:nvPr/>
        </p:nvSpPr>
        <p:spPr>
          <a:xfrm>
            <a:off x="11850986" y="6461125"/>
            <a:ext cx="340709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12940" y="990600"/>
            <a:ext cx="7365816" cy="4967784"/>
          </a:xfrm>
          <a:prstGeom prst="rect">
            <a:avLst/>
          </a:prstGeom>
          <a:solidFill>
            <a:srgbClr val="090A0D"/>
          </a:solidFill>
          <a:ln/>
        </p:spPr>
      </p:sp>
      <p:sp>
        <p:nvSpPr>
          <p:cNvPr id="3" name="Text 1"/>
          <p:cNvSpPr/>
          <p:nvPr/>
        </p:nvSpPr>
        <p:spPr>
          <a:xfrm>
            <a:off x="2387540" y="1219200"/>
            <a:ext cx="7416614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176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SKILLCHECK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692333" y="1535053"/>
            <a:ext cx="6807030" cy="2072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4000" spc="320" kern="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BUILDING A BETTER WAY TO EXPLORE AND DEMONSTRATE SKILLS.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020443" y="3865662"/>
            <a:ext cx="150710" cy="38100"/>
          </a:xfrm>
          <a:prstGeom prst="roundRect">
            <a:avLst>
              <a:gd name="adj" fmla="val 49999"/>
            </a:avLst>
          </a:prstGeom>
          <a:solidFill>
            <a:srgbClr val="F25F33"/>
          </a:solidFill>
          <a:ln/>
        </p:spPr>
      </p:sp>
      <p:sp>
        <p:nvSpPr>
          <p:cNvPr id="6" name="Text 4"/>
          <p:cNvSpPr/>
          <p:nvPr/>
        </p:nvSpPr>
        <p:spPr>
          <a:xfrm>
            <a:off x="2692333" y="4183162"/>
            <a:ext cx="680703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Future scope:</a:t>
            </a:r>
            <a:pPr algn="ctr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improve the user experience, add useful skill-related functionality, and expand capabilities through user feedback.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87540" y="5001875"/>
            <a:ext cx="741661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00" b="1" u="sng" spc="24" kern="100" dirty="0">
                <a:solidFill>
                  <a:srgbClr val="F25F33"/>
                </a:solidFill>
                <a:latin typeface="Spline Sans Mono Bold" pitchFamily="34" charset="0"/>
                <a:ea typeface="Spline Sans Mono Bold" pitchFamily="34" charset="-122"/>
                <a:cs typeface="Spline Sans Mon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website</a:t>
            </a:r>
            <a:pPr algn="ctr" indent="0" marL="0">
              <a:lnSpc>
                <a:spcPct val="113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 · </a:t>
            </a:r>
            <a:pPr algn="ctr" indent="0" marL="0">
              <a:lnSpc>
                <a:spcPct val="113000"/>
              </a:lnSpc>
              <a:buNone/>
            </a:pPr>
            <a:r>
              <a:rPr lang="en-US" sz="1200" b="1" u="sng" spc="24" kern="100" dirty="0">
                <a:solidFill>
                  <a:srgbClr val="F25F33"/>
                </a:solidFill>
                <a:latin typeface="Spline Sans Mono Bold" pitchFamily="34" charset="0"/>
                <a:ea typeface="Spline Sans Mono Bold" pitchFamily="34" charset="-122"/>
                <a:cs typeface="Spline Sans Mono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87540" y="5435203"/>
            <a:ext cx="741661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Thank you for your time, judges.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25F33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2026-10-10T02:41:33Z</dcterms:created>
  <dcterms:modified xsi:type="dcterms:W3CDTF">2026-10-10T02:41:33Z</dcterms:modified>
</cp:coreProperties>
</file>